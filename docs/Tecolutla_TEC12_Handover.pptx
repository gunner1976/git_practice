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 files (G-13).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50 gaps logged in docs/gaps.md with status; 18 remain open. Kevin: drive credentials for the ten large files (G-13), the Aug-2025 re-saves (G-03), which well the 2023 model priced (G-17), AFE currency (G-44), CNH polygon (G-43).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