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anomalies are allocation artefacts plus a local TEC-10 rise at low tubing pressure.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four PEMEX scans read by eye against the transcription.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 files (G-13).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50 gaps logged in docs/gaps.md with status; 16 remain open, 4 need Kevin (credentials, Aug-2025 re-saves, AFE currency, CNH polygon).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