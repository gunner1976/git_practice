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15 remain open. Kevin: the Aug-2025 re-saves (G-03), which well the 2023 model priced (G-17), AFE currency (G-44),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