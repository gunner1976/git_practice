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PEMEX measured 685 on TEC-6 in 1964. Stock-tank oil 30-31 API (Intertek 2018-19, OCR). No lab Rs or Pb exists.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all 16 PEMEX scans OCR-verified (Tesseract + RapidOCR), one transcription error corrected.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large-file binaries into data/raw (G-52; their text was read, docs/12).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53 gaps logged in docs/gaps.md with status; 15 remain open. Kevin: the Aug-2025 re-saves (G-03), which well the 2023 model priced (G-17), AFE currency (G-44), the 2020 CNH filing gross-vs-net oil (G-53), a Drive API pull or manual download of the ten large binaries (G-52).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