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 reads 4-5 ohm.m in TEC-9 and TEC-10; every barrel produced came from 2,303-2,332 mSS. Decisive open item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economics: incremental to a producing TEC-10, NPV10 +0.76 MM at WTI 70; stand-alone, break-even at WTI ~72.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(unsourced);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 by evidence (Tonalli cost format 'Dolares', models in US$); author to confirm (G-44).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Stand-alone NPV10 BTAX at WTI 60/70/80: base -0.62 / -0.09 / +0.46 MM; high +0.03 / +0.77 / +1.53;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+0.06 / +0.76 / +1.41 MM, payout &lt; 2 years at WTI 70.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69 months with 142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confirm AFE currency and re-index escalation (G-44, G-45); (4) pull the ten large-file binaries into data/raw (G-52; their text was read, docs/12).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52 gaps logged in docs/gaps.md with status; 17 remain open. Kevin: the Aug-2025 re-saves (G-03), which well the 2023 model priced (G-17), AFE currency (G-44), CNH polygon (G-43), a Drive API pull or manual download of the ten large binaries (G-52).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